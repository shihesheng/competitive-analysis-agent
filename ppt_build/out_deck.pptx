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20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9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83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ln w="19050">
            <a:solidFill>
              <a:srgbClr val="1B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457200"/>
            <a:ext cx="2377440" cy="2377440"/>
          </a:xfrm>
          <a:prstGeom prst="ellipse">
            <a:avLst/>
          </a:prstGeom>
          <a:ln w="19050">
            <a:solidFill>
              <a:srgbClr val="234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91440"/>
            <a:ext cx="1097280" cy="10972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 · AI 创新挑战赛（CIS）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驱动的竞品分析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协作系统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· Schema-validated · Quality-controlled 的多 Agent 工作流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　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王泽昊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altLang="zh-CN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　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喻博闻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队长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/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　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盛世禾（全栈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　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- AI 驱动的竞品分析 Agent 协作系统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痛点：LLM 做竞品分析，最大的问题不是不会写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而是会一本正经地「编数据」——看起来很完整，却不能用于决策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6916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「市占率 38%」「延迟 0.2ms」「用户好评 95%」—— 数字张口就来，没有出处，无法核实。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2004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编造数据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凭空生成参数、市占率、好评率，无法溯源核实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5864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8640" y="3200400"/>
            <a:ext cx="73152" cy="2286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67868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黑箱不可信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7868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一段文本直接出结论，过程不透明、无法追溯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7720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7200" y="3200400"/>
            <a:ext cx="73152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39724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不敢用于决策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724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看着完整，但每条都要人工再查一遍，等于没省事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解决方案：一个会「分工协作 + 互相质检 + 逐条溯源」的调研小组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不做一键生成报告的黑箱，而做一套证据驱动的多 Agent 工作流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个专业 Agent 协作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7249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 → 证据 → 产品/商业(并行) → 校验 → 风险 → 质检 → 策略，各司其职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每个结论都能溯源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7249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结论必须引用证据 ID，点开即可跳回原始出处，逐条可核对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2976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质检不通过就打回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828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真反馈闭环：质量不达标自动重试，三次不过转人工，绝不强制通过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42976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三档可切换数据源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828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公开数据库 / 实时爬虫，一键切换，对上层 Agent 透明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系统架构：前端 → 后端 → 编排层 → 数据层 → 外部大模型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920240" cy="8961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 + Tailwind　·　9 个页面，自研 CSS/SVG 可视化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679192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935224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35224"/>
            <a:ext cx="1920240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3522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88920" y="2935224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　·　任务编排、状态查询、报告与中间产物只读接口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83133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4087368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87368"/>
            <a:ext cx="192024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8736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88920" y="4087368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　·　8 Agent DAG · 条件路由 · 并行分支 · 质检重试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498348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239512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239512"/>
            <a:ext cx="1920240" cy="8961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39512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 / 数据层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788920" y="5239512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ResearchProvider 工厂(mock/database/crawler) · 反幻觉校验 · 上下文管理 · 指标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1783080"/>
            <a:ext cx="2286000" cy="4352544"/>
          </a:xfrm>
          <a:prstGeom prst="roundRect">
            <a:avLst>
              <a:gd name="adj" fmla="val 4000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外部大模型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Doubao-Seed-2.0-lite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火山方舟 Ark API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langchain_openai 接入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证据接地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不用向量库 /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工作流：一条可质检、可回退的 DAG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之间传递经 Schema 校验的结构化消息，而非自由文本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67712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67712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77056" y="233172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0891B2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77056" y="2331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Product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77056" y="3392424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0891B2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3392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 Business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95744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95744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05088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05088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05088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314432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14432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14432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56816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66160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75504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84848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94192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03536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912096" y="2496312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4526280"/>
            <a:ext cx="108630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45262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360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质检不通过　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按目标 Agent 自动重试（最多 3 次）→ 三次仍不过 → 转人工复核，输出「低置信草稿 + 待办事项」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核心原则：系统绝不在证据不足时强制通过，也绝不让策略 Agent 生成无证据支撑的报告。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①　双层反幻觉：从机制上杜绝「编造数据」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可信度不是靠 Prompt 求模型「别瞎说」，而是用确定性规则强校验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120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521208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　引用有效性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每条结论（claim）必须引用一个已存在的证据 ID。凭空捏造、没有出处的结论，根本进不了报告。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2120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874520"/>
            <a:ext cx="5212080" cy="91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68096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　数值接地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3246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结论里出现的每一个数字（如「47 克」「0.5ms」），必须能在它所引用的证据原文中找到，否则直接判为硬失败。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6177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为什么是杀手锏：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「编造统计数据」是 LLM 最致命、也最难防的问题。我们把它变成一条可自动执行的硬规则——这正是本项目区别于普通 LLM 报告生成器的核心。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②　真反馈闭环 + 人工兜底，拒绝 force pass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质检不是走过场，而是能把任务打回去重做的真实关卡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1200" y="22860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规则化质检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检查维度覆盖、平台覆盖、引用有效性、数值忠实度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0812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738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24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自动重试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482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不达标 → 列出缺口与待办 → 打回对应 Agent，最多 3 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4192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076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48800" y="22860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62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人工兜底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20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三次仍不过 → 转人工复核，输出明确标注「低置信」的草稿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6817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「宁可承认不确定，也不假装确定。」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51023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对一个要支撑业务决策的系统，这是底线——也是工程上避免反馈死循环（设最大迭代）与牺牲可信度之间的平衡点。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③　三档可切换数据源 + 自研爬虫管线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统一的数据结构，对上层 Agent 透明；Demo 默认走公开数据库，稳定且合规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39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实时爬虫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下载 + UA 轮换 + 限速重试 · trafilatura 正文抽取 · 缓存 · 维度分类 · 反爬页面过滤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27248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公开数据库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本地整理的公开竞品数据（鼠标/键盘/耳机），稳定、不依赖外网、合规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04120" y="34747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104120" y="3474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默认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79976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379976"/>
            <a:ext cx="91440" cy="10515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模拟数据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001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379976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确定性模拟，无需网络与密钥，用于纯流程测试与降级兜底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工程难点对应「数据清洗」：网页噪声大，用「抽取 + 过滤 + 维度归类」三步，把脏数据收敛成结构化证据。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 + TailwindCSS（图表/动画全自研 CSS/SVG，无第三方图表库）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69464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9464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946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69464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Uvicorn（线程 + 内存任务表，轻量，无外部队列依赖）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55848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5584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355848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LangGraph：StateGraph / 条件路由 / 并行分支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42232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42232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422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63240" y="4142232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Doubao-Seed-2.0-lite（火山方舟 Ark API），经 langchain_openai 接入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28616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286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/ 采集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63240" y="4928616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预载公开数据 + SQLite · httpx + trafilatura + 维度分类 + 缓存 + 反爬过滤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15000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1500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 / 校验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63240" y="5715000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trace_log 全链路轨迹 · faithfulness 反幻觉 · context_manager 上下文管理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关键工程难点与解决方案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官网反爬 · 抓不到正文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 urllib 拿回 JS 空壳 / 被 Cloudflare 拦 → 接 Jina Reader 取正文 + Reddit .json 接口，薄壳页(&lt;2500字)兜底走 reader + 落盘缓存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搜索候选 ≠ 实体解析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候选页不能当事实 → SearchMCP 只产官网候选，OfficialSpecMCP 再用 LLM 从官网抽规格，搜索摘要绝不写成硬件字段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价格脏数据污染中位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分期 / 配件价混入把 GPX2 中位拉到 $32 → 正则过滤垃圾上下文 + 锚定中位 + 离群剔除，官方被反爬标 blocked 降可信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抽取超时 · JSON 不稳定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3796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长转写超时、返回带 markdown 围栏 → 关键词密度抽相关段压缩 + 90s 重试 + 围栏剥离 / 平衡括号扫描 + Schema 失败回退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72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多源字段冲突 · 评价难印证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5093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同源易偏、多源不一致 → 字段级合并补齐 + ≥2 个独立来源才升 high 的跨源交叉印证，抓不到如实标缺失不编造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项目完成度：可用 Demo（本地端到端跑通）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从输入需求到产出可溯源报告，全流程已打通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覆盖品类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数据源档位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900684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后端测试脚本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端到端演示路径　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→ 选题/新建分析 → Agent 工作流 → 证据中心 → 结论追踪 → 质量审查 → 最终报告 → 指标看板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说明：为密钥安全与现场稳定，采用本地运行 + 录屏演示；评委可按 README 在本地完整复现。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ln w="19050">
            <a:solidFill>
              <a:srgbClr val="1B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ln w="19050">
            <a:solidFill>
              <a:srgbClr val="2344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三个创新点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可信度工程化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双层反幻觉，尤其数值接地，从机制上杜绝编造数据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真反馈闭环 + 人工兜底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质检打回重试，三次不过转人工草稿，绝不强制通过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面向真实规模的工程化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三档数据源、上下文管理、Schema 全程校验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谢谢评委老师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团队「不知道买啥」 · github.com/lnkloveating/competitive-analysis-agent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业务价值：对比人工的可量化提升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效率可量化（时间）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人工对两款产品逐源对齐参数 / 口碑 / 价格约需数小时；系统端到端分钟级产出可追溯报告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覆盖度可量化（信息源）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一次覆盖官网规格 / 实时价格 / 用户评价 / 博主测评 / 社区口碑多源，人工难以同时对齐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一致性可量化（结构化）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100% 符合专业 Schema，每条结论可追溯到 evidence_id，告别不同分析人口径不一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贴合工作流 · 可落地可扩展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3796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选题→采集→证据→分析→质检→报告 闭环贴合企业竞品分析；换行业 / 换竞品只需替换专业 Schema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72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交互流畅 + 业务闭环指标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5093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报告查看 / Evidence 溯源跳转 / 人工介入修正 / Agent 决策回放；引用率·覆盖率·忠实率·人工修正率支撑运营迭代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 Demo 先行：两个竞品并行分析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A · GPX2（本地路线）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Logitech G Pro X Superlight 2；命中本地事实库 + 本地评价库，即时高可信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B · Viper V4 Pro（实时路线）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Razer Viper V4 Pro；走 Search→OfficialSpec→Price→ReviewIntel 实时采集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现在启动分析任务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在产品输入页提交两款竞品，后台并行跑 LangGraph DAG（约 2–4 分钟）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期间继续讲解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3796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不空等：回到 PPT 讲系统设计、专业 Schema、防幻觉与反馈闭环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72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最后回到结果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5093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 Agent 工作流看实时 Trace、Evidence、质检与最终场景化报告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驱动的竞品分析 Agent 协作系统</dc:title>
  <dc:subject>PptxGenJS Presentation</dc:subject>
  <dc:creator>不知道买啥</dc:creator>
  <cp:lastModifiedBy>zehao wang</cp:lastModifiedBy>
  <cp:revision>2</cp:revision>
  <dcterms:created xsi:type="dcterms:W3CDTF">2026-06-10T08:10:01Z</dcterms:created>
  <dcterms:modified xsi:type="dcterms:W3CDTF">2026-06-10T08:15:54Z</dcterms:modified>
</cp:coreProperties>
</file>